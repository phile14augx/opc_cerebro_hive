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74320"/>
            <a:ext cx="3840480" cy="3840480"/>
          </a:xfrm>
          <a:prstGeom prst="ellipse">
            <a:avLst/>
          </a:prstGeom>
          <a:solidFill>
            <a:srgbClr val="FF8A00">
              <a:alpha val="9000"/>
            </a:srgbClr>
          </a:solidFill>
          <a:ln w="12700">
            <a:solidFill>
              <a:srgbClr val="FF8A00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926080"/>
            <a:ext cx="2286000" cy="2286000"/>
          </a:xfrm>
          <a:prstGeom prst="ellipse">
            <a:avLst/>
          </a:prstGeom>
          <a:solidFill>
            <a:srgbClr val="7A5CFF">
              <a:alpha val="10000"/>
            </a:srgbClr>
          </a:solidFill>
          <a:ln w="12700">
            <a:solidFill>
              <a:srgbClr val="7A5CFF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046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&amp; PROFESSIONAL TRAINING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CerebroHive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Academy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542032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your team to work with AI  - 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compete against it.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310128"/>
            <a:ext cx="3200400" cy="274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930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Bootcamps  *  Corporate Training  *  Certification Courses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Skills Gap is Real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it's growing faster than traditional training can address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07008"/>
            <a:ext cx="2606040" cy="2103120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3258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594360" y="2258568"/>
            <a:ext cx="2057400" cy="22860"/>
          </a:xfrm>
          <a:prstGeom prst="rect">
            <a:avLst/>
          </a:prstGeom>
          <a:solidFill>
            <a:srgbClr val="FF8A00">
              <a:alpha val="50000"/>
            </a:srgbClr>
          </a:solidFill>
          <a:ln w="12700">
            <a:solidFill>
              <a:srgbClr val="FF8A0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500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workers feel unprepared for AI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Workforce Report 2024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1207008"/>
            <a:ext cx="2606040" cy="2103120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4680" y="13258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87%</a:t>
            </a:r>
            <a:endParaRPr lang="en-US" sz="5000" dirty="0"/>
          </a:p>
        </p:txBody>
      </p:sp>
      <p:sp>
        <p:nvSpPr>
          <p:cNvPr id="11" name="Shape 9"/>
          <p:cNvSpPr/>
          <p:nvPr/>
        </p:nvSpPr>
        <p:spPr>
          <a:xfrm>
            <a:off x="3429000" y="2258568"/>
            <a:ext cx="2057400" cy="22860"/>
          </a:xfrm>
          <a:prstGeom prst="rect">
            <a:avLst/>
          </a:prstGeom>
          <a:solidFill>
            <a:srgbClr val="7A5CFF">
              <a:alpha val="50000"/>
            </a:srgbClr>
          </a:solidFill>
          <a:ln w="12700">
            <a:solidFill>
              <a:srgbClr val="7A5C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3500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companies report AI skills gaps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91840" y="27432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Global Survey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89320" y="1207008"/>
            <a:ext cx="2606040" cy="2103120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89320" y="13258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3x</a:t>
            </a:r>
            <a:endParaRPr lang="en-US" sz="5000" dirty="0"/>
          </a:p>
        </p:txBody>
      </p:sp>
      <p:sp>
        <p:nvSpPr>
          <p:cNvPr id="16" name="Shape 14"/>
          <p:cNvSpPr/>
          <p:nvPr/>
        </p:nvSpPr>
        <p:spPr>
          <a:xfrm>
            <a:off x="6263640" y="2258568"/>
            <a:ext cx="2057400" cy="22860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3500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productivity for AI-fluent teams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26480" y="27432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Sloan Research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182112"/>
            <a:ext cx="8503920" cy="1664208"/>
          </a:xfrm>
          <a:prstGeom prst="rect">
            <a:avLst/>
          </a:prstGeom>
          <a:solidFill>
            <a:srgbClr val="0F182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2918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Existing AI Training: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6393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  Too theoretical  -  not grounded in real business use cases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1148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  Too generic  -  not tailored to your industry or tools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6393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  Too slow  -  by the time content ships, the AI landscape has moved 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41148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  No accountability  -  no assessments, no certifications, no retention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CerebroHive Academy Offers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96112"/>
            <a:ext cx="2606040" cy="4041648"/>
          </a:xfrm>
          <a:prstGeom prst="rect">
            <a:avLst/>
          </a:prstGeom>
          <a:solidFill>
            <a:srgbClr val="1A2238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96112"/>
            <a:ext cx="2606040" cy="411480"/>
          </a:xfrm>
          <a:prstGeom prst="rect">
            <a:avLst/>
          </a:prstGeom>
          <a:solidFill>
            <a:srgbClr val="00E5FF">
              <a:alpha val="18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235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Online Courses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 learning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Rs.5,000 - Rs.6,000 / course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2057400" cy="18288"/>
          </a:xfrm>
          <a:prstGeom prst="rect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9385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Prompt Engineering Fundamentals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23042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AI for Business Operations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2670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Build Your First AI Agent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30358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AI Tools for Marketing &amp; Sales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" y="34015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AI Governance &amp; Ethics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4187952"/>
            <a:ext cx="2423160" cy="621792"/>
          </a:xfrm>
          <a:prstGeom prst="rect">
            <a:avLst/>
          </a:prstGeom>
          <a:solidFill>
            <a:srgbClr val="00E5FF">
              <a:alpha val="16000"/>
            </a:srgbClr>
          </a:solidFill>
          <a:ln w="762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423367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[CERT]  Certificate on completion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54680" y="896112"/>
            <a:ext cx="2606040" cy="4041648"/>
          </a:xfrm>
          <a:prstGeom prst="rect">
            <a:avLst/>
          </a:prstGeom>
          <a:solidFill>
            <a:srgbClr val="1A2238"/>
          </a:solidFill>
          <a:ln w="1270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896112"/>
            <a:ext cx="2606040" cy="411480"/>
          </a:xfrm>
          <a:prstGeom prst="rect">
            <a:avLst/>
          </a:prstGeom>
          <a:solidFill>
            <a:srgbClr val="FF8A00">
              <a:alpha val="18000"/>
            </a:srgbClr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9235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Bootcamps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54680" y="11887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Cohort-based intensive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46120" y="1463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Rs.40,000 - Rs.50,000 / student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1828800"/>
            <a:ext cx="2057400" cy="18288"/>
          </a:xfrm>
          <a:prstGeom prst="rect">
            <a:avLst/>
          </a:prstGeom>
          <a:solidFill>
            <a:srgbClr val="FF8A00">
              <a:alpha val="40000"/>
            </a:srgbClr>
          </a:solidFill>
          <a:ln w="12700">
            <a:solidFill>
              <a:srgbClr val="FF8A00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19385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4-8 week structured cohorts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9272" y="23042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Live sessions + project work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9272" y="2670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Industry-specific tracks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9272" y="30358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Peer learning community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9272" y="34015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Career coaching included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4187952"/>
            <a:ext cx="2423160" cy="621792"/>
          </a:xfrm>
          <a:prstGeom prst="rect">
            <a:avLst/>
          </a:prstGeom>
          <a:solidFill>
            <a:srgbClr val="FF8A00">
              <a:alpha val="16000"/>
            </a:srgbClr>
          </a:solidFill>
          <a:ln w="7620">
            <a:solidFill>
              <a:srgbClr val="FF8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9272" y="423367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[CERT]  CerebroHive Certification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89320" y="896112"/>
            <a:ext cx="2606040" cy="4041648"/>
          </a:xfrm>
          <a:prstGeom prst="rect">
            <a:avLst/>
          </a:prstGeom>
          <a:solidFill>
            <a:srgbClr val="1A2238"/>
          </a:solidFill>
          <a:ln w="1270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89320" y="896112"/>
            <a:ext cx="2606040" cy="411480"/>
          </a:xfrm>
          <a:prstGeom prst="rect">
            <a:avLst/>
          </a:prstGeom>
          <a:solidFill>
            <a:srgbClr val="7A5CFF">
              <a:alpha val="18000"/>
            </a:srgbClr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9235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Corporate Training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89320" y="11887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team programs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1463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pricing (cohort-based)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63640" y="1828800"/>
            <a:ext cx="2057400" cy="18288"/>
          </a:xfrm>
          <a:prstGeom prst="rect">
            <a:avLst/>
          </a:prstGeom>
          <a:solidFill>
            <a:srgbClr val="7A5CFF">
              <a:alpha val="40000"/>
            </a:srgbClr>
          </a:solidFill>
          <a:ln w="12700">
            <a:solidFill>
              <a:srgbClr val="7A5CFF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53912" y="19385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Fully customized curriculum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53912" y="23042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Delivered at your premises or online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53912" y="26700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Pre &amp; post assessments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53912" y="30358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Manager reporting &amp; dashboards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53912" y="34015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Ongoing L&amp;D partnership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80760" y="4187952"/>
            <a:ext cx="2423160" cy="621792"/>
          </a:xfrm>
          <a:prstGeom prst="rect">
            <a:avLst/>
          </a:prstGeom>
          <a:solidFill>
            <a:srgbClr val="7A5CFF">
              <a:alpha val="16000"/>
            </a:srgbClr>
          </a:solidFill>
          <a:ln w="7620">
            <a:solidFill>
              <a:srgbClr val="7A5C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53912" y="423367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[CERT]  Team certification program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team can do after CerebroHive Academy training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5029200" cy="3538728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78992"/>
            <a:ext cx="2377440" cy="347472"/>
          </a:xfrm>
          <a:prstGeom prst="rect">
            <a:avLst/>
          </a:prstGeom>
          <a:solidFill>
            <a:srgbClr val="3A1050"/>
          </a:solidFill>
          <a:ln w="12700">
            <a:solidFill>
              <a:srgbClr val="3A1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1078992"/>
            <a:ext cx="2651760" cy="347472"/>
          </a:xfrm>
          <a:prstGeom prst="rect">
            <a:avLst/>
          </a:prstGeom>
          <a:solidFill>
            <a:srgbClr val="0A2A3A"/>
          </a:solidFill>
          <a:ln w="12700">
            <a:solidFill>
              <a:srgbClr val="0A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789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97480" y="10789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ACADEMY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536192"/>
            <a:ext cx="5029200" cy="475488"/>
          </a:xfrm>
          <a:prstGeom prst="rect">
            <a:avLst/>
          </a:prstGeom>
          <a:solidFill>
            <a:srgbClr val="111825"/>
          </a:solidFill>
          <a:ln w="12700">
            <a:solidFill>
              <a:srgbClr val="1118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7276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  Afraid of AI taking their job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157276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Using AI as a competitive advantage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039112"/>
            <a:ext cx="5029200" cy="475488"/>
          </a:xfrm>
          <a:prstGeom prst="rect">
            <a:avLst/>
          </a:prstGeom>
          <a:solidFill>
            <a:srgbClr val="0E1520"/>
          </a:solidFill>
          <a:ln w="12700">
            <a:solidFill>
              <a:srgbClr val="0E15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7568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  Writing prompts that don't work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207568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Getting consistent, professional AI output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542032"/>
            <a:ext cx="5029200" cy="475488"/>
          </a:xfrm>
          <a:prstGeom prst="rect">
            <a:avLst/>
          </a:prstGeom>
          <a:solidFill>
            <a:srgbClr val="111825"/>
          </a:solidFill>
          <a:ln w="12700">
            <a:solidFill>
              <a:srgbClr val="1118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57860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  Doing reports manually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0" y="257860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Automating reporting with AI agents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044952"/>
            <a:ext cx="5029200" cy="475488"/>
          </a:xfrm>
          <a:prstGeom prst="rect">
            <a:avLst/>
          </a:prstGeom>
          <a:solidFill>
            <a:srgbClr val="0E1520"/>
          </a:solidFill>
          <a:ln w="12700">
            <a:solidFill>
              <a:srgbClr val="0E15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8152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  No AI governance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0" y="308152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Clear AI policy and usage framework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547872"/>
            <a:ext cx="5029200" cy="475488"/>
          </a:xfrm>
          <a:prstGeom prst="rect">
            <a:avLst/>
          </a:prstGeom>
          <a:solidFill>
            <a:srgbClr val="111825"/>
          </a:solidFill>
          <a:ln w="12700">
            <a:solidFill>
              <a:srgbClr val="1118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58444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  Sceptical of AI ROI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0" y="358444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Proven use cases within their workflow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050792"/>
            <a:ext cx="5029200" cy="475488"/>
          </a:xfrm>
          <a:prstGeom prst="rect">
            <a:avLst/>
          </a:prstGeom>
          <a:solidFill>
            <a:srgbClr val="0E1520"/>
          </a:solidFill>
          <a:ln w="12700">
            <a:solidFill>
              <a:srgbClr val="0E15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08736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  Generic AI tool use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0" y="408736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Domain-specific AI implementation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0" y="1078992"/>
            <a:ext cx="3154680" cy="1115568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69280" y="113385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94%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5806440" y="173736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 on live bootcamps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0" y="2340864"/>
            <a:ext cx="3154680" cy="1115568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69280" y="239572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3.2x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5806440" y="299923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lift reported post-training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0" y="3602736"/>
            <a:ext cx="3154680" cy="1115568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669280" y="36576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5806440" y="426110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completion for corporate cohorts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 &amp; Packages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pricing. Volume discounts for teams and corporate cohorts.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2606040" cy="3749040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88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Individual Course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51790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 online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792224"/>
            <a:ext cx="2057400" cy="18288"/>
          </a:xfrm>
          <a:prstGeom prst="rect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90195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Rs.5,000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24688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course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28346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Lifetime access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32004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Certificate on completion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35661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Community access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" y="3931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Course updates included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" y="42976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Q&amp;A community forum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54680" y="1115568"/>
            <a:ext cx="2606040" cy="3749040"/>
          </a:xfrm>
          <a:prstGeom prst="rect">
            <a:avLst/>
          </a:prstGeom>
          <a:solidFill>
            <a:srgbClr val="1A2238"/>
          </a:solidFill>
          <a:ln w="1905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115568"/>
            <a:ext cx="2606040" cy="256032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11155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54680" y="14447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Bootcamp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154680" y="177393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cohort (4-8 weeks)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29000" y="2048256"/>
            <a:ext cx="2057400" cy="18288"/>
          </a:xfrm>
          <a:prstGeom prst="rect">
            <a:avLst/>
          </a:prstGeom>
          <a:solidFill>
            <a:srgbClr val="FF8A00">
              <a:alpha val="40000"/>
            </a:srgbClr>
          </a:solidFill>
          <a:ln w="12700">
            <a:solidFill>
              <a:srgbClr val="FF8A00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215798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Rs.40,000-50,000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154680" y="27249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9272" y="30906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Live sessions weekly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9272" y="34564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Project-based learning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9272" y="38221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1:1 coaching session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9272" y="41879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CerebroHive Certification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19272" y="45537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Career support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89320" y="1115568"/>
            <a:ext cx="2606040" cy="3749040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89320" y="1188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Corporate Bundle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989320" y="151790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team training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1792224"/>
            <a:ext cx="2057400" cy="18288"/>
          </a:xfrm>
          <a:prstGeom prst="rect">
            <a:avLst/>
          </a:prstGeom>
          <a:solidFill>
            <a:srgbClr val="7A5CFF">
              <a:alpha val="40000"/>
            </a:srgbClr>
          </a:solidFill>
          <a:ln w="12700">
            <a:solidFill>
              <a:srgbClr val="7A5CFF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190195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Contact Us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989320" y="24688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quote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53912" y="28346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Custom curriculum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53912" y="32004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Dedicated trainer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53912" y="35661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Progress dashboards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53912" y="3931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Team certification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53912" y="42976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 Ongoing L&amp;D support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discounts available for 10+ seats. Contact us for enterprise pricing.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731520"/>
            <a:ext cx="5029200" cy="5029200"/>
          </a:xfrm>
          <a:prstGeom prst="ellipse">
            <a:avLst/>
          </a:prstGeom>
          <a:solidFill>
            <a:srgbClr val="FF8A00">
              <a:alpha val="6000"/>
            </a:srgbClr>
          </a:solidFill>
          <a:ln w="12700">
            <a:solidFill>
              <a:srgbClr val="FF8A00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"/>
            <a:ext cx="2926080" cy="2926080"/>
          </a:xfrm>
          <a:prstGeom prst="ellipse">
            <a:avLst/>
          </a:prstGeom>
          <a:solidFill>
            <a:srgbClr val="7A5CFF">
              <a:alpha val="9000"/>
            </a:srgbClr>
          </a:solidFill>
          <a:ln w="12700">
            <a:solidFill>
              <a:srgbClr val="7A5C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64008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Learning.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5F7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Leading.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your team in CerebroHive Academy today.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2423160" cy="1097280"/>
          </a:xfrm>
          <a:prstGeom prst="rect">
            <a:avLst/>
          </a:prstGeom>
          <a:solidFill>
            <a:srgbClr val="1A2238"/>
          </a:solidFill>
          <a:ln w="1016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8803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 Courses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2735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full catalogue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2788920"/>
            <a:ext cx="2423160" cy="1097280"/>
          </a:xfrm>
          <a:prstGeom prst="rect">
            <a:avLst/>
          </a:prstGeom>
          <a:solidFill>
            <a:srgbClr val="1A2238"/>
          </a:solidFill>
          <a:ln w="10160">
            <a:solidFill>
              <a:srgbClr val="FF8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28803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 a Demo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32735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bootcamp curriculum live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89320" y="2788920"/>
            <a:ext cx="2423160" cy="1097280"/>
          </a:xfrm>
          <a:prstGeom prst="rect">
            <a:avLst/>
          </a:prstGeom>
          <a:solidFill>
            <a:srgbClr val="1A2238"/>
          </a:solidFill>
          <a:ln w="10160">
            <a:solidFill>
              <a:srgbClr val="7A5C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89320" y="28803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a Corporate Quote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89320" y="32735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training for your team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71600" y="4160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academy.cerebro-hive.com  *  hello@cerebro-hive.com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45262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CerebroHive Academy  -  Teach people to work with AI, not fear it.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CerebroHive Academy  -  Training Pitch</dc:title>
  <dc:subject>PptxGenJS Presentation</dc:subject>
  <dc:creator>CerebroHive</dc:creator>
  <cp:lastModifiedBy>CerebroHive</cp:lastModifiedBy>
  <cp:revision>1</cp:revision>
  <dcterms:created xsi:type="dcterms:W3CDTF">2026-06-15T15:32:07Z</dcterms:created>
  <dcterms:modified xsi:type="dcterms:W3CDTF">2026-06-15T15:32:07Z</dcterms:modified>
</cp:coreProperties>
</file>