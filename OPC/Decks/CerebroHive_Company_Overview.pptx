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7A5CFF">
              <a:alpha val="12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011680" cy="2011680"/>
          </a:xfrm>
          <a:prstGeom prst="ellipse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3657600"/>
            <a:ext cx="1097280" cy="1097280"/>
          </a:xfrm>
          <a:prstGeom prst="ellipse">
            <a:avLst/>
          </a:prstGeom>
          <a:solidFill>
            <a:srgbClr val="FF8A00">
              <a:alpha val="2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Future of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286000" cy="2743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2103120" cy="347472"/>
          </a:xfrm>
          <a:prstGeom prst="rect">
            <a:avLst/>
          </a:prstGeom>
          <a:solidFill>
            <a:srgbClr val="7A5CFF">
              <a:alpha val="18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697480"/>
            <a:ext cx="2103120" cy="347472"/>
          </a:xfrm>
          <a:prstGeom prst="rect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2697480"/>
            <a:ext cx="2103120" cy="347472"/>
          </a:xfrm>
          <a:prstGeom prst="rect">
            <a:avLst/>
          </a:prstGeom>
          <a:solidFill>
            <a:srgbClr val="FF8A00">
              <a:alpha val="18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businesses and individuals harness AI through consulting,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and strategic transformation.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www.cerebro-hive.com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04672"/>
            <a:ext cx="109728" cy="109728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04672"/>
            <a:ext cx="109728" cy="109728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303520" cy="17373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exists to help businesses and individuals harness artificial intelligence through education, automation, and strategic transformation.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AI should augment human potential — not replace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303520" cy="109728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990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most trusted AI transformation partner for SMEs and enterprises across Asia — building a generation of AI-native organizations.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143000"/>
            <a:ext cx="365760" cy="365760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20840" y="1115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3898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in AI strategy, governance, and transformation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27432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2377440"/>
            <a:ext cx="365760" cy="365760"/>
          </a:xfrm>
          <a:prstGeom prst="ellipse">
            <a:avLst/>
          </a:prstGeom>
          <a:solidFill>
            <a:srgbClr val="7A5CFF">
              <a:alpha val="3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6243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of AI agents and workflow automation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3474720"/>
            <a:ext cx="2743200" cy="105156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FF8A00">
              <a:alpha val="3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20840" y="3584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3858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teams to work with AI confidently and effectively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want to adopt AI — but most don't know where to start, what to automate, or how to upskill their teams.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38328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94360" y="2670048"/>
            <a:ext cx="2148840" cy="27432"/>
          </a:xfrm>
          <a:prstGeom prst="rect">
            <a:avLst/>
          </a:prstGeom>
          <a:solidFill>
            <a:srgbClr val="7A5CFF">
              <a:alpha val="50000"/>
            </a:srgbClr>
          </a:solidFill>
          <a:ln w="12700">
            <a:solidFill>
              <a:srgbClr val="7A5C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initiatives fail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8211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invest in AI tools without a strategy, governance model, or clear ROI. The technology works — the implementation doesn't.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338328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429000" y="2670048"/>
            <a:ext cx="2148840" cy="27432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is still manual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entry to customer support, repetitive tasks drain capacity and increase errors. AI can eliminate most of it — but requires proper design.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338328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600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6263640" y="2670048"/>
            <a:ext cx="2148840" cy="27432"/>
          </a:xfrm>
          <a:prstGeom prst="rect">
            <a:avLst/>
          </a:prstGeom>
          <a:solidFill>
            <a:srgbClr val="FF8A00">
              <a:alpha val="50000"/>
            </a:srgbClr>
          </a:solidFill>
          <a:ln w="12700">
            <a:solidFill>
              <a:srgbClr val="FF8A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 feel unprepared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182112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skills gap is widening faster than traditional training can address. Most employees fear AI rather than leveraging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Four Divisions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brand. Four specializations. A complete AI transformation partner.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69080" cy="1719072"/>
          </a:xfrm>
          <a:prstGeom prst="rect">
            <a:avLst/>
          </a:prstGeom>
          <a:solidFill>
            <a:srgbClr val="1A22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71907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Digital Transformation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Assessment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Roadmap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Policy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Programs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69080" cy="1719072"/>
          </a:xfrm>
          <a:prstGeom prst="rect">
            <a:avLst/>
          </a:prstGeom>
          <a:solidFill>
            <a:srgbClr val="1A2238"/>
          </a:solidFill>
          <a:ln w="1270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719072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Automation &amp; AI Agents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20391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Development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ERP Automation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069080" cy="1719072"/>
          </a:xfrm>
          <a:prstGeom prst="rect">
            <a:avLst/>
          </a:prstGeom>
          <a:solidFill>
            <a:srgbClr val="1A2238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9232"/>
            <a:ext cx="64008" cy="171907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 &amp; Corporate Training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8953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Bootcamps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 Programs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Courses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Learning Platforms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069080" cy="1719072"/>
          </a:xfrm>
          <a:prstGeom prst="rect">
            <a:avLst/>
          </a:prstGeom>
          <a:solidFill>
            <a:srgbClr val="1A2238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99232"/>
            <a:ext cx="64008" cy="171907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90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Products &amp; Open Source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8953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CerebroFlow (Automation Platform)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CerebroAgent (AI Agent Builder)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CerebroLearn (Learning Platform)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Open Source Projects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software products currently in development — built from our services expertise.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691640" cy="356616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685800" cy="68580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768" y="22128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243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1234440" cy="18288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632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workflow builder for automating business processes — no-code and pro-code.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1188720"/>
            <a:ext cx="1691640" cy="35661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371600"/>
            <a:ext cx="685800" cy="685800"/>
          </a:xfrm>
          <a:prstGeom prst="ellipse">
            <a:avLst/>
          </a:prstGeom>
          <a:solidFill>
            <a:srgbClr val="7A5CFF">
              <a:alpha val="25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304288" y="22128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6243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Builder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980944"/>
            <a:ext cx="1234440" cy="18288"/>
          </a:xfrm>
          <a:prstGeom prst="rect">
            <a:avLst/>
          </a:prstGeom>
          <a:solidFill>
            <a:srgbClr val="7A5CFF">
              <a:alpha val="50000"/>
            </a:srgbClr>
          </a:solidFill>
          <a:ln w="12700">
            <a:solidFill>
              <a:srgbClr val="7A5C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0632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intelligent AI agents for sales, support, operations, and knowledge management.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1188720"/>
            <a:ext cx="1691640" cy="356616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371600"/>
            <a:ext cx="685800" cy="685800"/>
          </a:xfrm>
          <a:prstGeom prst="ellipse">
            <a:avLst/>
          </a:prstGeom>
          <a:solidFill>
            <a:srgbClr val="FF8A00">
              <a:alpha val="25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78808" y="22128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CerebroLearn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26243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980944"/>
            <a:ext cx="1234440" cy="18288"/>
          </a:xfrm>
          <a:prstGeom prst="rect">
            <a:avLst/>
          </a:prstGeom>
          <a:solidFill>
            <a:srgbClr val="FF8A00">
              <a:alpha val="50000"/>
            </a:srgbClr>
          </a:solidFill>
          <a:ln w="12700">
            <a:solidFill>
              <a:srgbClr val="FF8A00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30632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learning journeys, assessments, and certification tracking.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1691640" cy="3566160"/>
          </a:xfrm>
          <a:prstGeom prst="rect">
            <a:avLst/>
          </a:prstGeom>
          <a:solidFill>
            <a:srgbClr val="1A2238"/>
          </a:solidFill>
          <a:ln w="1016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1371600"/>
            <a:ext cx="685800" cy="685800"/>
          </a:xfrm>
          <a:prstGeom prst="ellipse">
            <a:avLst/>
          </a:prstGeom>
          <a:solidFill>
            <a:srgbClr val="39D353">
              <a:alpha val="25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53328" y="221284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CerebroERP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26243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ERP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80944"/>
            <a:ext cx="1234440" cy="18288"/>
          </a:xfrm>
          <a:prstGeom prst="rect">
            <a:avLst/>
          </a:prstGeom>
          <a:solidFill>
            <a:srgbClr val="39D353">
              <a:alpha val="50000"/>
            </a:srgbClr>
          </a:solidFill>
          <a:ln w="12700">
            <a:solidFill>
              <a:srgbClr val="39D353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0632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platform with AI-assisted forecasting, reporting, and operations.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A0F30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CerebroOS  —  Enterprise AI Operating System  •  Coming Year 3+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CerebroHive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competitive moat across four dimensions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44168"/>
            <a:ext cx="502920" cy="502920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&amp;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the practitioner's choice — not a vendor, not a guru. Built through real case studies and measurable client outcomes.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344168"/>
            <a:ext cx="502920" cy="502920"/>
          </a:xfrm>
          <a:prstGeom prst="ellipse">
            <a:avLst/>
          </a:prstGeom>
          <a:solidFill>
            <a:srgbClr val="7A5CFF">
              <a:alpha val="3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05272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Methodology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7373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frameworks for AI readiness, transformation, and automation deployment. CerebroHive's own IP that's difficult to commoditize.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172968"/>
            <a:ext cx="502920" cy="502920"/>
          </a:xfrm>
          <a:prstGeom prst="ellipse">
            <a:avLst/>
          </a:prstGeom>
          <a:solidFill>
            <a:srgbClr val="FF8A00">
              <a:alpha val="3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712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&amp; Alumni Network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5661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graduates and clients form a self-reinforcing ecosystem — the larger the network, the stronger the referral engine.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114800" cy="1691640"/>
          </a:xfrm>
          <a:prstGeom prst="rect">
            <a:avLst/>
          </a:prstGeom>
          <a:solidFill>
            <a:srgbClr val="1A2238"/>
          </a:solidFill>
          <a:ln w="10160">
            <a:solidFill>
              <a:srgbClr val="39D35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172968"/>
            <a:ext cx="502920" cy="502920"/>
          </a:xfrm>
          <a:prstGeom prst="ellipse">
            <a:avLst/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05272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Feedback Loops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65192" y="35661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 deployed and every student trained generates operational insight — informing better products, better consulting, better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1371600"/>
            <a:ext cx="3657600" cy="3657600"/>
          </a:xfrm>
          <a:prstGeom prst="ellipse">
            <a:avLst/>
          </a:prstGeom>
          <a:solidFill>
            <a:srgbClr val="7A5CFF">
              <a:alpha val="8000"/>
            </a:srgbClr>
          </a:solidFill>
          <a:ln w="12700">
            <a:solidFill>
              <a:srgbClr val="7A5C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7315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Future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AI Readiness Consultation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2331720" cy="86868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081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hello@cerebro-hive.com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3017520"/>
            <a:ext cx="2331720" cy="86868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081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33558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www.cerebro-hive.com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2331720" cy="86868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0815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335584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/company/cerebro-hive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— Intelligence. Automation. Impact.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CerebroHive — Company Overview</dc:title>
  <dc:subject>PptxGenJS Presentation</dc:subject>
  <dc:creator>CerebroHive</dc:creator>
  <cp:lastModifiedBy>CerebroHive</cp:lastModifiedBy>
  <cp:revision>1</cp:revision>
  <dcterms:created xsi:type="dcterms:W3CDTF">2026-06-15T15:04:58Z</dcterms:created>
  <dcterms:modified xsi:type="dcterms:W3CDTF">2026-06-15T15:04:58Z</dcterms:modified>
</cp:coreProperties>
</file>